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E5162E3-7929-4EA9-B99C-F4CBA63C29D3}" type="datetimeFigureOut">
              <a:rPr lang="en-US" smtClean="0"/>
              <a:t>9/28/2019</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677FA5C-4FCE-4CE0-A5F0-68F2532BB4A9}" type="slidenum">
              <a:rPr lang="en-US" smtClean="0"/>
              <a:t>‹#›</a:t>
            </a:fld>
            <a:endParaRPr lang="en-US"/>
          </a:p>
        </p:txBody>
      </p:sp>
    </p:spTree>
    <p:extLst>
      <p:ext uri="{BB962C8B-B14F-4D97-AF65-F5344CB8AC3E}">
        <p14:creationId xmlns:p14="http://schemas.microsoft.com/office/powerpoint/2010/main" val="578777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E5162E3-7929-4EA9-B99C-F4CBA63C29D3}" type="datetimeFigureOut">
              <a:rPr lang="en-US" smtClean="0"/>
              <a:t>9/28/2019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677FA5C-4FCE-4CE0-A5F0-68F2532BB4A9}" type="slidenum">
              <a:rPr lang="en-US" smtClean="0"/>
              <a:t>‹#›</a:t>
            </a:fld>
            <a:endParaRPr lang="en-US"/>
          </a:p>
        </p:txBody>
      </p:sp>
    </p:spTree>
    <p:extLst>
      <p:ext uri="{BB962C8B-B14F-4D97-AF65-F5344CB8AC3E}">
        <p14:creationId xmlns:p14="http://schemas.microsoft.com/office/powerpoint/2010/main" val="2015498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E5162E3-7929-4EA9-B99C-F4CBA63C29D3}" type="datetimeFigureOut">
              <a:rPr lang="en-US" smtClean="0"/>
              <a:t>9/28/2019</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677FA5C-4FCE-4CE0-A5F0-68F2532BB4A9}" type="slidenum">
              <a:rPr lang="en-US" smtClean="0"/>
              <a:t>‹#›</a:t>
            </a:fld>
            <a:endParaRPr lang="en-US"/>
          </a:p>
        </p:txBody>
      </p:sp>
    </p:spTree>
    <p:extLst>
      <p:ext uri="{BB962C8B-B14F-4D97-AF65-F5344CB8AC3E}">
        <p14:creationId xmlns:p14="http://schemas.microsoft.com/office/powerpoint/2010/main" val="3103447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E5162E3-7929-4EA9-B99C-F4CBA63C29D3}" type="datetimeFigureOut">
              <a:rPr lang="en-US" smtClean="0"/>
              <a:t>9/28/2019</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677FA5C-4FCE-4CE0-A5F0-68F2532BB4A9}" type="slidenum">
              <a:rPr lang="en-US" smtClean="0"/>
              <a:t>‹#›</a:t>
            </a:fld>
            <a:endParaRPr lang="en-US"/>
          </a:p>
        </p:txBody>
      </p:sp>
    </p:spTree>
    <p:extLst>
      <p:ext uri="{BB962C8B-B14F-4D97-AF65-F5344CB8AC3E}">
        <p14:creationId xmlns:p14="http://schemas.microsoft.com/office/powerpoint/2010/main" val="979498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E5162E3-7929-4EA9-B99C-F4CBA63C29D3}" type="datetimeFigureOut">
              <a:rPr lang="en-US" smtClean="0"/>
              <a:t>9/28/2019</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677FA5C-4FCE-4CE0-A5F0-68F2532BB4A9}" type="slidenum">
              <a:rPr lang="en-US" smtClean="0"/>
              <a:t>‹#›</a:t>
            </a:fld>
            <a:endParaRPr lang="en-US"/>
          </a:p>
        </p:txBody>
      </p:sp>
    </p:spTree>
    <p:extLst>
      <p:ext uri="{BB962C8B-B14F-4D97-AF65-F5344CB8AC3E}">
        <p14:creationId xmlns:p14="http://schemas.microsoft.com/office/powerpoint/2010/main" val="4051827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E5162E3-7929-4EA9-B99C-F4CBA63C29D3}" type="datetimeFigureOut">
              <a:rPr lang="en-US" smtClean="0"/>
              <a:t>9/28/2019</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677FA5C-4FCE-4CE0-A5F0-68F2532BB4A9}" type="slidenum">
              <a:rPr lang="en-US" smtClean="0"/>
              <a:t>‹#›</a:t>
            </a:fld>
            <a:endParaRPr lang="en-US"/>
          </a:p>
        </p:txBody>
      </p:sp>
    </p:spTree>
    <p:extLst>
      <p:ext uri="{BB962C8B-B14F-4D97-AF65-F5344CB8AC3E}">
        <p14:creationId xmlns:p14="http://schemas.microsoft.com/office/powerpoint/2010/main" val="19438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5162E3-7929-4EA9-B99C-F4CBA63C29D3}" type="datetimeFigureOut">
              <a:rPr lang="en-US" smtClean="0"/>
              <a:t>9/28/2019</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677FA5C-4FCE-4CE0-A5F0-68F2532BB4A9}" type="slidenum">
              <a:rPr lang="en-US" smtClean="0"/>
              <a:t>‹#›</a:t>
            </a:fld>
            <a:endParaRPr lang="en-US"/>
          </a:p>
        </p:txBody>
      </p:sp>
    </p:spTree>
    <p:extLst>
      <p:ext uri="{BB962C8B-B14F-4D97-AF65-F5344CB8AC3E}">
        <p14:creationId xmlns:p14="http://schemas.microsoft.com/office/powerpoint/2010/main" val="79267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E5162E3-7929-4EA9-B99C-F4CBA63C29D3}" type="datetimeFigureOut">
              <a:rPr lang="en-US" smtClean="0"/>
              <a:t>9/28/2019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677FA5C-4FCE-4CE0-A5F0-68F2532BB4A9}" type="slidenum">
              <a:rPr lang="en-US" smtClean="0"/>
              <a:t>‹#›</a:t>
            </a:fld>
            <a:endParaRPr lang="en-US"/>
          </a:p>
        </p:txBody>
      </p:sp>
    </p:spTree>
    <p:extLst>
      <p:ext uri="{BB962C8B-B14F-4D97-AF65-F5344CB8AC3E}">
        <p14:creationId xmlns:p14="http://schemas.microsoft.com/office/powerpoint/2010/main" val="3049923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E5162E3-7929-4EA9-B99C-F4CBA63C29D3}" type="datetimeFigureOut">
              <a:rPr lang="en-US" smtClean="0"/>
              <a:t>9/28/2019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677FA5C-4FCE-4CE0-A5F0-68F2532BB4A9}" type="slidenum">
              <a:rPr lang="en-US" smtClean="0"/>
              <a:t>‹#›</a:t>
            </a:fld>
            <a:endParaRPr lang="en-US"/>
          </a:p>
        </p:txBody>
      </p:sp>
    </p:spTree>
    <p:extLst>
      <p:ext uri="{BB962C8B-B14F-4D97-AF65-F5344CB8AC3E}">
        <p14:creationId xmlns:p14="http://schemas.microsoft.com/office/powerpoint/2010/main" val="355941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E5162E3-7929-4EA9-B99C-F4CBA63C29D3}" type="datetimeFigureOut">
              <a:rPr lang="en-US" smtClean="0"/>
              <a:t>9/28/2019</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677FA5C-4FCE-4CE0-A5F0-68F2532BB4A9}" type="slidenum">
              <a:rPr lang="en-US" smtClean="0"/>
              <a:t>‹#›</a:t>
            </a:fld>
            <a:endParaRPr lang="en-US"/>
          </a:p>
        </p:txBody>
      </p:sp>
    </p:spTree>
    <p:extLst>
      <p:ext uri="{BB962C8B-B14F-4D97-AF65-F5344CB8AC3E}">
        <p14:creationId xmlns:p14="http://schemas.microsoft.com/office/powerpoint/2010/main" val="2543345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E5162E3-7929-4EA9-B99C-F4CBA63C29D3}" type="datetimeFigureOut">
              <a:rPr lang="en-US" smtClean="0"/>
              <a:t>9/28/2019</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677FA5C-4FCE-4CE0-A5F0-68F2532BB4A9}"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706508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DE5162E3-7929-4EA9-B99C-F4CBA63C29D3}" type="datetimeFigureOut">
              <a:rPr lang="en-US" smtClean="0"/>
              <a:t>9/28/2019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677FA5C-4FCE-4CE0-A5F0-68F2532BB4A9}" type="slidenum">
              <a:rPr lang="en-US" smtClean="0"/>
              <a:t>‹#›</a:t>
            </a:fld>
            <a:endParaRPr lang="en-US"/>
          </a:p>
        </p:txBody>
      </p:sp>
    </p:spTree>
    <p:extLst>
      <p:ext uri="{BB962C8B-B14F-4D97-AF65-F5344CB8AC3E}">
        <p14:creationId xmlns:p14="http://schemas.microsoft.com/office/powerpoint/2010/main" val="7899629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DE5162E3-7929-4EA9-B99C-F4CBA63C29D3}" type="datetimeFigureOut">
              <a:rPr lang="en-US" smtClean="0"/>
              <a:t>9/28/2019</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677FA5C-4FCE-4CE0-A5F0-68F2532BB4A9}"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7758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DE5162E3-7929-4EA9-B99C-F4CBA63C29D3}" type="datetimeFigureOut">
              <a:rPr lang="en-US" smtClean="0"/>
              <a:t>9/28/2019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677FA5C-4FCE-4CE0-A5F0-68F2532BB4A9}" type="slidenum">
              <a:rPr lang="en-US" smtClean="0"/>
              <a:t>‹#›</a:t>
            </a:fld>
            <a:endParaRPr lang="en-US"/>
          </a:p>
        </p:txBody>
      </p:sp>
    </p:spTree>
    <p:extLst>
      <p:ext uri="{BB962C8B-B14F-4D97-AF65-F5344CB8AC3E}">
        <p14:creationId xmlns:p14="http://schemas.microsoft.com/office/powerpoint/2010/main" val="38931898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E5162E3-7929-4EA9-B99C-F4CBA63C29D3}" type="datetimeFigureOut">
              <a:rPr lang="en-US" smtClean="0"/>
              <a:t>9/28/2019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677FA5C-4FCE-4CE0-A5F0-68F2532BB4A9}" type="slidenum">
              <a:rPr lang="en-US" smtClean="0"/>
              <a:t>‹#›</a:t>
            </a:fld>
            <a:endParaRPr lang="en-US"/>
          </a:p>
        </p:txBody>
      </p:sp>
    </p:spTree>
    <p:extLst>
      <p:ext uri="{BB962C8B-B14F-4D97-AF65-F5344CB8AC3E}">
        <p14:creationId xmlns:p14="http://schemas.microsoft.com/office/powerpoint/2010/main" val="6076046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E5162E3-7929-4EA9-B99C-F4CBA63C29D3}" type="datetimeFigureOut">
              <a:rPr lang="en-US" smtClean="0"/>
              <a:t>9/28/2019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677FA5C-4FCE-4CE0-A5F0-68F2532BB4A9}" type="slidenum">
              <a:rPr lang="en-US" smtClean="0"/>
              <a:t>‹#›</a:t>
            </a:fld>
            <a:endParaRPr lang="en-US"/>
          </a:p>
        </p:txBody>
      </p:sp>
    </p:spTree>
    <p:extLst>
      <p:ext uri="{BB962C8B-B14F-4D97-AF65-F5344CB8AC3E}">
        <p14:creationId xmlns:p14="http://schemas.microsoft.com/office/powerpoint/2010/main" val="1960015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E5162E3-7929-4EA9-B99C-F4CBA63C29D3}" type="datetimeFigureOut">
              <a:rPr lang="en-US" smtClean="0"/>
              <a:t>9/28/2019</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677FA5C-4FCE-4CE0-A5F0-68F2532BB4A9}" type="slidenum">
              <a:rPr lang="en-US" smtClean="0"/>
              <a:t>‹#›</a:t>
            </a:fld>
            <a:endParaRPr lang="en-US"/>
          </a:p>
        </p:txBody>
      </p:sp>
    </p:spTree>
    <p:extLst>
      <p:ext uri="{BB962C8B-B14F-4D97-AF65-F5344CB8AC3E}">
        <p14:creationId xmlns:p14="http://schemas.microsoft.com/office/powerpoint/2010/main" val="385739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0266" y="179622"/>
            <a:ext cx="8915399" cy="1126283"/>
          </a:xfrm>
        </p:spPr>
        <p:txBody>
          <a:bodyPr>
            <a:noAutofit/>
          </a:bodyPr>
          <a:lstStyle/>
          <a:p>
            <a:r>
              <a:rPr lang="en-US" sz="2000" b="1" dirty="0"/>
              <a:t>I used an Einstein image and applied PCA to reduce the number of dimensions to 16.  I also randomly picked 16 shades to compress the image.  If you look at the PCA image, you can see Einstein’s face still however the compression took away the image resolution.  PCA to reduce dimensions is much better than randomly choosing shades since PCA keeps the most essential shades. </a:t>
            </a:r>
            <a:endParaRPr lang="en-US" sz="2000" b="1"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285" y="2462600"/>
            <a:ext cx="4561703" cy="3421277"/>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3869" y="2497533"/>
            <a:ext cx="4485719" cy="3364289"/>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64641" y="2453424"/>
            <a:ext cx="4544531" cy="3408398"/>
          </a:xfrm>
          <a:prstGeom prst="rect">
            <a:avLst/>
          </a:prstGeom>
        </p:spPr>
      </p:pic>
    </p:spTree>
    <p:extLst>
      <p:ext uri="{BB962C8B-B14F-4D97-AF65-F5344CB8AC3E}">
        <p14:creationId xmlns:p14="http://schemas.microsoft.com/office/powerpoint/2010/main" val="143545199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TM02892315[[fn=Wisp]]</Template>
  <TotalTime>4</TotalTime>
  <Words>70</Words>
  <Application>Microsoft Office PowerPoint</Application>
  <PresentationFormat>Widescreen</PresentationFormat>
  <Paragraphs>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Century Gothic</vt:lpstr>
      <vt:lpstr>Wingdings 3</vt:lpstr>
      <vt:lpstr>Wisp</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Saumya Puthenveettil</dc:creator>
  <cp:lastModifiedBy>Saumya Puthenveettil</cp:lastModifiedBy>
  <cp:revision>2</cp:revision>
  <dcterms:created xsi:type="dcterms:W3CDTF">2019-09-28T09:04:41Z</dcterms:created>
  <dcterms:modified xsi:type="dcterms:W3CDTF">2019-09-28T09:09:06Z</dcterms:modified>
</cp:coreProperties>
</file>